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D447AE-0640-4B68-93E1-F48C842FB9F7}" v="1" dt="2026-03-29T17:36:43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endran Rathinasabapathy" userId="8f079d080975a996" providerId="LiveId" clId="{16F65AB7-6BAD-45A1-993A-C8D9CCEBF953}"/>
    <pc:docChg chg="modSld">
      <pc:chgData name="Rajendran Rathinasabapathy" userId="8f079d080975a996" providerId="LiveId" clId="{16F65AB7-6BAD-45A1-993A-C8D9CCEBF953}" dt="2026-03-29T17:36:48.188" v="16" actId="20577"/>
      <pc:docMkLst>
        <pc:docMk/>
      </pc:docMkLst>
      <pc:sldChg chg="modSp mod">
        <pc:chgData name="Rajendran Rathinasabapathy" userId="8f079d080975a996" providerId="LiveId" clId="{16F65AB7-6BAD-45A1-993A-C8D9CCEBF953}" dt="2026-03-29T17:36:48.188" v="16" actId="20577"/>
        <pc:sldMkLst>
          <pc:docMk/>
          <pc:sldMk cId="0" sldId="263"/>
        </pc:sldMkLst>
        <pc:spChg chg="mod">
          <ac:chgData name="Rajendran Rathinasabapathy" userId="8f079d080975a996" providerId="LiveId" clId="{16F65AB7-6BAD-45A1-993A-C8D9CCEBF953}" dt="2026-03-29T17:36:48.188" v="16" actId="20577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Marketing Strategy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TechSprint | Australia-focused SMB Growth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Position TechSprint as a trusted partner for sole proprietors, small businesses, and medium organizations in Australia.</a:t>
            </a:r>
          </a:p>
          <a:p>
            <a:pPr>
              <a:defRPr sz="1800"/>
            </a:pPr>
            <a:r>
              <a:t>Support clients from digital presence and marketing to financial management and local tax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Sole proprietorships launching or expanding digital presence.</a:t>
            </a:r>
          </a:p>
          <a:p>
            <a:pPr>
              <a:defRPr sz="1800"/>
            </a:pPr>
            <a:r>
              <a:t>Small businesses transitioning from manual systems to scalable applications.</a:t>
            </a:r>
          </a:p>
          <a:p>
            <a:pPr>
              <a:defRPr sz="1800"/>
            </a:pPr>
            <a:r>
              <a:t>Medium organizations requiring integrated accounting, inventory, and tax compliance tools.</a:t>
            </a:r>
          </a:p>
          <a:p>
            <a:pPr>
              <a:defRPr sz="1800"/>
            </a:pPr>
            <a:r>
              <a:t>Australian businesses needing local tax and regulatory support.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Discovery &amp; Website Needs: establish credibility online with a professional website.</a:t>
            </a:r>
          </a:p>
          <a:p>
            <a:pPr>
              <a:defRPr sz="1800"/>
            </a:pPr>
            <a:r>
              <a:t>Digital Marketing &amp; Lead Generation: SEO, paid search, social media, content campaigns.</a:t>
            </a:r>
          </a:p>
          <a:p>
            <a:pPr>
              <a:defRPr sz="1800"/>
            </a:pPr>
            <a:r>
              <a:t>Operational Maturity: move from spreadsheets to stronger financial controls.</a:t>
            </a:r>
          </a:p>
          <a:p>
            <a:pPr>
              <a:defRPr sz="1800"/>
            </a:pPr>
            <a:r>
              <a:t>Software Adoption: adopt accounting and inventory applications like Zoho Books.</a:t>
            </a:r>
          </a:p>
          <a:p>
            <a:pPr>
              <a:defRPr sz="1800"/>
            </a:pPr>
            <a:r>
              <a:t>Tax &amp; Compliance: focus on Australia-specific GST, BAS, and regulatory support.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End-to-end solutions across digital, financial, and compliance needs.</a:t>
            </a:r>
          </a:p>
          <a:p>
            <a:pPr>
              <a:defRPr sz="1800"/>
            </a:pPr>
            <a:r>
              <a:t>From website development to digital marketing.</a:t>
            </a:r>
          </a:p>
          <a:p>
            <a:pPr>
              <a:defRPr sz="1800"/>
            </a:pPr>
            <a:r>
              <a:t>From basic bookkeeping to accounting and inventory automation.</a:t>
            </a:r>
          </a:p>
          <a:p>
            <a:pPr>
              <a:defRPr sz="1800"/>
            </a:pPr>
            <a:r>
              <a:t>From generic operations to Australia-specific tax compliance.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Acquire sole proprietors and small businesses seeking digital presence.</a:t>
            </a:r>
          </a:p>
          <a:p>
            <a:pPr>
              <a:defRPr sz="1800"/>
            </a:pPr>
            <a:r>
              <a:t>Build awareness of operational efficiency solutions for growing organizations.</a:t>
            </a:r>
          </a:p>
          <a:p>
            <a:pPr>
              <a:defRPr sz="1800"/>
            </a:pPr>
            <a:r>
              <a:t>Highlight Australia-specific accounting and tax packages.</a:t>
            </a:r>
          </a:p>
          <a:p>
            <a:pPr>
              <a:defRPr sz="1800"/>
            </a:pPr>
            <a:r>
              <a:t>Demonstrate TechSprint’s ability to support business growth at every stage.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Messaging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"Launch your brand online with a polished website and digital marketing strategy."</a:t>
            </a:r>
          </a:p>
          <a:p>
            <a:pPr>
              <a:defRPr sz="1800"/>
            </a:pPr>
            <a:r>
              <a:t>"Move beyond spreadsheets with affordable accounting and inventory systems."</a:t>
            </a:r>
          </a:p>
          <a:p>
            <a:pPr>
              <a:defRPr sz="1800"/>
            </a:pPr>
            <a:r>
              <a:t>"Stay compliant in Australia with GST and tax-ready financial tools."</a:t>
            </a:r>
          </a:p>
          <a:p>
            <a:pPr>
              <a:defRPr sz="1800"/>
            </a:pPr>
            <a:r>
              <a:t>"Scale from sole proprietorship to small business with one trusted partner."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Tactical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Content marketing focused on business growth, digital transformation, and local compliance.</a:t>
            </a:r>
          </a:p>
          <a:p>
            <a:pPr>
              <a:defRPr sz="1800"/>
            </a:pPr>
            <a:r>
              <a:rPr dirty="0"/>
              <a:t>Case studies and testimonials from small Australian businesses.</a:t>
            </a:r>
          </a:p>
          <a:p>
            <a:pPr>
              <a:defRPr sz="1800"/>
            </a:pPr>
            <a:r>
              <a:rPr dirty="0"/>
              <a:t>Search campaigns targeting "small business website", "accounting software Australia", </a:t>
            </a:r>
            <a:r>
              <a:rPr lang="en-IN" dirty="0"/>
              <a:t> </a:t>
            </a:r>
            <a:r>
              <a:rPr dirty="0"/>
              <a:t>"Zoho Books implementation"</a:t>
            </a:r>
            <a:r>
              <a:rPr lang="en-IN" dirty="0"/>
              <a:t> and "</a:t>
            </a:r>
            <a:r>
              <a:rPr lang="en-IN"/>
              <a:t>Zoho Inventory </a:t>
            </a:r>
            <a:r>
              <a:rPr lang="en-IN" dirty="0"/>
              <a:t>implementation"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Social media campaigns highlighting digital marketing and finance transformation.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Position TechSprint as a practical growth partner for Australian sole proprietors and small businesses.</a:t>
            </a:r>
          </a:p>
          <a:p>
            <a:pPr>
              <a:defRPr sz="1800"/>
            </a:pPr>
            <a:r>
              <a:t>Align services with the customer lifecycle from website and marketing to accounting, inventory, and tax compliance.</a:t>
            </a:r>
          </a:p>
          <a:p>
            <a:pPr>
              <a:defRPr sz="1800"/>
            </a:pPr>
            <a:r>
              <a:t>Capture clients at each stage of business evolution.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387</Words>
  <Application>Microsoft Office PowerPoint</Application>
  <PresentationFormat>On-screen Show (4:3)</PresentationFormat>
  <Paragraphs>40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Marketing Strategy</vt:lpstr>
      <vt:lpstr>Executive Summary</vt:lpstr>
      <vt:lpstr>Target Market</vt:lpstr>
      <vt:lpstr>Customer Journey</vt:lpstr>
      <vt:lpstr>Positioning</vt:lpstr>
      <vt:lpstr>Marketing Objectives</vt:lpstr>
      <vt:lpstr>Key Messaging</vt:lpstr>
      <vt:lpstr>Tactical Plan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Rajendran Rathinasabapathy</cp:lastModifiedBy>
  <cp:revision>1</cp:revision>
  <dcterms:created xsi:type="dcterms:W3CDTF">2013-01-27T09:14:16Z</dcterms:created>
  <dcterms:modified xsi:type="dcterms:W3CDTF">2026-03-29T17:36:49Z</dcterms:modified>
  <cp:category/>
</cp:coreProperties>
</file>